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B8BA8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8B8BA8"/>
                </a:solidFill>
                <a:latin typeface="Calibri"/>
              </a:rPr>
              <a:t>5-Year ARR Projection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(₹ Cr)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5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2.8</c:v>
                </c:pt>
                <c:pt idx="2">
                  <c:v>12</c:v>
                </c:pt>
                <c:pt idx="3">
                  <c:v>35</c:v>
                </c:pt>
                <c:pt idx="4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5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8BA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24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B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A0A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5486400" cy="5486400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drowning in resources.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your path.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conversational learning roadmap platform with personalized milestones, curated resources, and streak-based accountability.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D · Team Matsya N · SVCE Bengaluru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ProdX Hackathon · Education Domain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everywhere. Learning is broken.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3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self-learners abandon online courses within 30 days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2194560"/>
            <a:ext cx="356616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423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6400" dirty="0"/>
          </a:p>
        </p:txBody>
      </p:sp>
      <p:sp>
        <p:nvSpPr>
          <p:cNvPr id="11" name="Text 7"/>
          <p:cNvSpPr/>
          <p:nvPr/>
        </p:nvSpPr>
        <p:spPr>
          <a:xfrm>
            <a:off x="461772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an average learner juggles for one skill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38160" y="2194560"/>
            <a:ext cx="356616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423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3017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15" name="Text 10"/>
          <p:cNvSpPr/>
          <p:nvPr/>
        </p:nvSpPr>
        <p:spPr>
          <a:xfrm>
            <a:off x="8412480" y="44348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way to track and share progress with mentors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mentors have no scalable visibility into student learning outside the classroom.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isn't </a:t>
            </a:r>
            <a:pPr indent="0" marL="0">
              <a:buNone/>
            </a:pPr>
            <a:r>
              <a:rPr lang="en-US" sz="3800" b="1" i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content.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</a:t>
            </a:r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accountability, and feedback.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440680" cy="301752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YouTube playlists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no one revisits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if you're on track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fly blind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live in Duolingo, not in your skill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3200400"/>
            <a:ext cx="5440680" cy="3017520"/>
          </a:xfrm>
          <a:prstGeom prst="rect">
            <a:avLst/>
          </a:prstGeom>
          <a:solidFill>
            <a:srgbClr val="1A1A2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PATHFORGE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3886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structured roadmap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resources, ordered by depth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 + completion 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dashboard, shareable profile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tied to actual learning outcomes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features. One coherent learning loop.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naturally about your goal — Ollama-powered, fully private.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5661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28600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957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Roadmaps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971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milestones, lessons, resources, capstone projects.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5661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28600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3957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XP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2971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streaks, XP rewards, GitHub-style activity heatmap.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661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48056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9028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Profile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learning resume — verified by completion data.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206240"/>
            <a:ext cx="35661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48056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59028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Dashboard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17720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multiple learners' progress at a glance.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4206240"/>
            <a:ext cx="35661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4480560"/>
            <a:ext cx="594360" cy="5943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59028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Private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12480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 Ollama. Goals never leave your machine.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intent to verified skill — in one loop.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your goal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clarifies skill, level, time budget.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60604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61188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roadmap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4114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milestones + lessons + projects.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0604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44652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daily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4114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resources, XP, streak tracking.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052560" y="2286000"/>
            <a:ext cx="2606040" cy="32004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28116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progress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41148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 + mentor dashboard.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(local) + RAG over curated resources + SQLite progress store + JWT-auth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audiences. One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4114800"/>
          </a:xfrm>
          <a:prstGeom prst="rect">
            <a:avLst/>
          </a:prstGeom>
          <a:solidFill>
            <a:srgbClr val="12121A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rgbClr val="6366F1">
              <a:alpha val="2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68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373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CS students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Career-switchers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 learners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graduates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66160" cy="4114800"/>
          </a:xfrm>
          <a:prstGeom prst="rect">
            <a:avLst/>
          </a:prstGeom>
          <a:solidFill>
            <a:srgbClr val="12121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331720"/>
            <a:ext cx="777240" cy="77724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4688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5321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&amp; Coaches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17720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mentors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instructors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counsellors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66160" cy="4114800"/>
          </a:xfrm>
          <a:prstGeom prst="rect">
            <a:avLst/>
          </a:prstGeom>
          <a:solidFill>
            <a:srgbClr val="1212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331720"/>
            <a:ext cx="777240" cy="77724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4688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BUYER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32688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12480" y="33832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colleges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companies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institutes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L&amp;D teams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Massive, growing, underserved.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194560"/>
            <a:ext cx="10058400" cy="1051560"/>
          </a:xfrm>
          <a:prstGeom prst="rect">
            <a:avLst/>
          </a:prstGeom>
          <a:solidFill>
            <a:srgbClr val="6366F1">
              <a:alpha val="70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23317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974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69748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market by 2028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3429000"/>
            <a:ext cx="7772400" cy="1051560"/>
          </a:xfrm>
          <a:prstGeom prst="rect">
            <a:avLst/>
          </a:prstGeom>
          <a:solidFill>
            <a:srgbClr val="8B5CF6">
              <a:alpha val="7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5661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4048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&amp; micro-learning in India + SE Asia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4663440"/>
            <a:ext cx="5486400" cy="1051560"/>
          </a:xfrm>
          <a:prstGeom prst="rect">
            <a:avLst/>
          </a:prstGeom>
          <a:solidFill>
            <a:srgbClr val="F59E0B">
              <a:alpha val="7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4800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83480" y="4754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83480" y="5212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engineering &amp; CS learners + Tier-1/2 colleges (Yr 1-3)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HolonIQ 2024, IBEF EdTech Report, internal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streams. One platform.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4206240"/>
          </a:xfrm>
          <a:prstGeom prst="rect">
            <a:avLst/>
          </a:prstGeom>
          <a:solidFill>
            <a:srgbClr val="12121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5661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3154680" y="2286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Subscription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Freemium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₹299/mo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1 active roadmap, public profile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unlimited roadmaps, AI re-planning, custom resources, advanced analytics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plan: ₹2,499 (~30% off)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103120"/>
            <a:ext cx="3566160" cy="4206240"/>
          </a:xfrm>
          <a:prstGeom prst="rect">
            <a:avLst/>
          </a:prstGeom>
          <a:solidFill>
            <a:srgbClr val="12121A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2103120"/>
            <a:ext cx="356616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2286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317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Licensing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1772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Institutions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6177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₹1,200/seat/yr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617720" y="4206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learner seats with SSO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/ institution dashboard with cohort analytics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roadmap templates branded to college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2103120"/>
            <a:ext cx="3566160" cy="4206240"/>
          </a:xfrm>
          <a:prstGeom prst="rect">
            <a:avLst/>
          </a:prstGeom>
          <a:solidFill>
            <a:srgbClr val="12121A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10744200" y="2286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3172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Commission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41248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Marketplace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841248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take rate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8412480" y="4206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mentors offer 1:1 sessions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sponsor curated learning tracks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course-completion certificates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pays back in 4 months. LTV/CAC = 6.7x.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22860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(organic + paid)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606040" cy="22860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10mo avg @ ₹299/mo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606040" cy="22860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6.7x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SaaS benchmark: 3x+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194560"/>
            <a:ext cx="2606040" cy="22860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2286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3544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36576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= near-zero inference cost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4663440"/>
          <a:ext cx="11064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adoption → top-down sales.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41148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73152" cy="4114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0-6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community 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the core engine on GitHub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CS subreddits, Twitter, LinkedIn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student dev communities (GDSC, Hackclubs)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10K free users, 500 paid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566160" cy="41148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103120"/>
            <a:ext cx="73152" cy="4114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6-18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&amp; creator marketplace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79476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 verified mentors across DSA, ML, system design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partner program (YouTube, blog authors)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templates curated by industry experts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100K users, ₹2.8 Cr ARR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566160" cy="411480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103120"/>
            <a:ext cx="73152" cy="4114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institutional sales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379476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 engineering colleges in Tier 1/2 India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motion: Dean of Academics + T&amp;P teams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LMS via LTI 1.3, SSO via Google Workspace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 institutions, ₹12 Cr ARR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PathForge wins.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41148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Coursera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Udemy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roadmap.sh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PathForge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to your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roadmap with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resources auto-attached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 + streak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 / institution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Shareable verified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&amp; private (no cloud LLM)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A5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4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MOAT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Production-ready. Privacy-first. Defensible.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416052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7432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697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974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+ JWT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9748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3.2) — fully local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336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69748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HTML + CSS (zero build)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6344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617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9748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→ PostgreSQL (prod)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0352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269748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JWT, role-based access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172200" y="2103120"/>
            <a:ext cx="5440680" cy="4160520"/>
          </a:xfrm>
          <a:prstGeom prst="rect">
            <a:avLst/>
          </a:prstGeom>
          <a:solidFill>
            <a:srgbClr val="1A1A25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80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MOAT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40080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6995160" y="27432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by design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995160" y="30723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= institutions can deploy on-prem with zero data leaving campus.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400800" y="35844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6995160" y="3584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 on profiles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995160" y="3913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shared profile becomes social proof + recruiting funnel.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0800" y="44256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6995160" y="44256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flywheel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6995160" y="4754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mentor reviews compound; harder to replicate than course content.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400800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6995160" y="52669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resource graph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995160" y="55961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knowledge graph of resources gets better with every roadmap.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are. Where we're going.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971800"/>
            <a:ext cx="10058400" cy="0"/>
          </a:xfrm>
          <a:prstGeom prst="line">
            <a:avLst/>
          </a:prstGeom>
          <a:noFill/>
          <a:ln w="25400">
            <a:solidFill>
              <a:srgbClr val="24243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37360" y="2788920"/>
            <a:ext cx="365760" cy="36576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0A0A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429000"/>
            <a:ext cx="2606040" cy="2743200"/>
          </a:xfrm>
          <a:prstGeom prst="rect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Production-grade FastAPI backend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 working frontend pages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Local Ollama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2788920"/>
            <a:ext cx="365760" cy="365760"/>
          </a:xfrm>
          <a:prstGeom prst="ellipse">
            <a:avLst/>
          </a:prstGeom>
          <a:solidFill>
            <a:srgbClr val="6366F1"/>
          </a:solidFill>
          <a:ln w="38100">
            <a:solidFill>
              <a:srgbClr val="0A0A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3429000"/>
            <a:ext cx="2606040" cy="2743200"/>
          </a:xfrm>
          <a:prstGeom prst="rect">
            <a:avLst/>
          </a:prstGeom>
          <a:solidFill>
            <a:srgbClr val="12121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438912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active learners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PWA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mentor partners onboarded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2788920"/>
            <a:ext cx="365760" cy="36576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A0A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429000"/>
            <a:ext cx="2606040" cy="2743200"/>
          </a:xfrm>
          <a:prstGeom prst="rect">
            <a:avLst/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Pilot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college pilots in Bengaluru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LTI integration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analytics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04120" y="2788920"/>
            <a:ext cx="365760" cy="365760"/>
          </a:xfrm>
          <a:prstGeom prst="ellipse">
            <a:avLst/>
          </a:prstGeom>
          <a:solidFill>
            <a:srgbClr val="8B5CF6"/>
          </a:solidFill>
          <a:ln w="38100">
            <a:solidFill>
              <a:srgbClr val="0A0A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3429000"/>
            <a:ext cx="2606040" cy="274320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438912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users, ₹2.8 Cr ARR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₹50L pre-seed for 6 months runway → MVP → 1K paid users → Series 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PATHFORGE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learning 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accountable, shareable.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11064240" cy="1554480"/>
          </a:xfrm>
          <a:prstGeom prst="rect">
            <a:avLst/>
          </a:prstGeom>
          <a:solidFill>
            <a:srgbClr val="12121A"/>
          </a:solidFill>
          <a:ln w="12700">
            <a:solidFill>
              <a:srgbClr val="2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526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Matsya N · Sri Venkateshwara College of Engineering · Bengaluru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github.com/Akshay404error  ·  Built with ❤️ for Scaler ProdX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PathForge — AI Learning Roadmap Platform</dc:title>
  <dc:subject>PptxGenJS Presentation</dc:subject>
  <dc:creator>Akshay D — Team Matsya N</dc:creator>
  <cp:lastModifiedBy>Akshay D — Team Matsya N</cp:lastModifiedBy>
  <cp:revision>1</cp:revision>
  <dcterms:created xsi:type="dcterms:W3CDTF">2026-05-08T21:41:08Z</dcterms:created>
  <dcterms:modified xsi:type="dcterms:W3CDTF">2026-05-08T21:41:08Z</dcterms:modified>
</cp:coreProperties>
</file>